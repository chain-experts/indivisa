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They are from Canton Network's own post-trade research. Error rates between three and ten per cent are described there as routine: levels called unacceptable elsewhere in capital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paying agent presses one button. Either every holder is paid, or nothing moves. And each holder's own node receives its own line and nothing about anyone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matters to the buyer. Everything else is how it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"give the paying agent your account details". After that,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had published how many legs fit in a CIP-112 batch, so we measured it, and the method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controls. Below the threshold this is not our code being careful. It is the ledger refusing.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Known gaps, stated before anyone asks. Scoping is the one that matters operationally.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bond stays where it is. That matters commercially: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actions, settled in one atomic batch,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exposing the register.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15968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run it yourself in one command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 ·   HACKCANTON SEASON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is N separate payments.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488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moment at which the run is definitively finished. Some holders are paid, some are not, and the difference is worked by hand for days afterwards.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$3.42m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in asset-servicing errors, per market participant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3–10%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rates, described as routine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9506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&lt;40%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619506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processing on voluntary events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8925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+23%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889254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growth in asset-servicing costs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Canton Network, Post-Trade Transformation (2025). Not our figures.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cannot simply move onto a public chain.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774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coupon publicly publishes the register. Every holder's position size becomes readable by every other holder, by their competitors, and by anyone else, at the moment the coupon pays.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36676" y="38130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47572" y="384048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bondholder register is not public information, and in many markets is protected by data-protection or banking-secrecy rules.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36676" y="43251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" y="43525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commercially sensitive in all of them: it is the client list.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6676" y="48371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47572" y="4864608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this workflow has not moved to a transparent ledger.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transaction. Every holder paid at the same instant, or nobody.</a:t>
            </a:r>
            <a:endParaRPr lang="en-US" sz="2900" dirty="0"/>
          </a:p>
        </p:txBody>
      </p:sp>
      <p:pic>
        <p:nvPicPr>
          <p:cNvPr id="6" name="Image 0" descr="dia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788920"/>
            <a:ext cx="10570464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VALUE, IN THE OPERATIONS MANAGER'S TERMS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3716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is finished when the transaction commits.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0100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7844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closes the same 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7844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working the 29% of income events that do not go straight through, on Canton’s own published figures. The transaction commits, and that is the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4548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2292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exception queue is empty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2292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partial state to work. The class of exception “some paid, some not” stops existing.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8996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6740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chase next week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06740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claims tail, no reconciliation against four systems, no explaining to the issuer what happened.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register never leaves the paying agent.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and only the last one moves money.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67028" y="215798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onboarding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holder signs one standing agreement with the paying agent.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0358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67028" y="29992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register is snapshotted and entitlements calculated, rounded so the parts sum to the announced total exactly.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67028" y="3840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payment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sets aside the cash and prepares one allocation per holder.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718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367028" y="46817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settlement. Every leg, or none.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Holders authorise once, at onboarding. Never per coupon.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Standard V2 made this possible in June.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CIP-0112, approved 12 June 2026: multi-leg settlement where the executor sees every leg and each participant sees only its own. Its worked example is trading and netting.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CIP-112 did not design this. It enabled it.</a:t>
            </a:r>
            <a:endParaRPr lang="en-US" sz="1400" dirty="0"/>
          </a:p>
        </p:txBody>
      </p:sp>
      <p:pic>
        <p:nvPicPr>
          <p:cNvPr id="7" name="Image 0" descr="di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291840"/>
            <a:ext cx="10570464" cy="1709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striped rows are not hidden. Those amounts were never delivered to that node.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CANTON DEVNET · 24 SEPTEMBER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4630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ran on the real network.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5146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5A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holders paid in a single transaction, 8,421.88 USD. The deliberate failure was run first and refused: one holder not ready, nobody paid.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" y="3749040"/>
            <a:ext cx="10241280" cy="77724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4420" y="3913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 is a real update id on the public test network. Full record: docs/devnet-run.md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take our word for it. Run it.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00100" y="2148840"/>
            <a:ext cx="6035040" cy="86868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2708" y="2331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21B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401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29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five-participant Canton network, the real contracts, twenty holders.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91363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94106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holder deliberately left out. Press the button: refused, and the ledger names them.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4256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4531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press again: settled.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49377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49651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but Docker. No account anywhere.</a:t>
            </a:r>
            <a:endParaRPr lang="en-US" sz="1300" dirty="0"/>
          </a:p>
        </p:txBody>
      </p:sp>
      <p:pic>
        <p:nvPicPr>
          <p:cNvPr id="16" name="Image 0" descr="di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3044952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estimated.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" y="2148840"/>
          <a:ext cx="8595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HOLDERS IN ONE TRANSACTION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SETTLES 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SIZE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440 KB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11.1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 MB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0010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thousand holders: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reconciliation become 11.1 seconds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it is final.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realistic run reaches Canton's 10 MB transaction budget near 6,400 holders. Method and the second ceiling: docs/benchmark.md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institutional systems, four-eyes authorisation is a requirement, not a feature.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can name an approver: a decentralised party, through BitSafe's Decentralization Manager. One optional field. The product is unchanged without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0100" y="361188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2708" y="3767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approval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1762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70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 refuses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" y="448056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2708" y="4636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of three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4636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7620" y="4636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threshold is enforced by the ledger, not by our code. In the local demo all three nodes are ours; on DevNet the second is BitSafe's.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claiming.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0100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contracts, the settlement, the refusal, the privacy, the DevNet update id, the governance engine and its threshold. Every number on screen.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4548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7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4548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45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is TestTokenV2, the standard's own reference asset, not Canton Coin, chosen because it is signed by owner and admin, so it forces the same receiver-authorisation case. Holders and positions are generated. Three approver nodes on one machine are not three independent operators.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689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ATTEMPTED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68996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6899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Corporate-action announcement data. Chainlink, with DTCC and Swift, is attacking that layer. We do the payment layer, and saying so makes the position sharper.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would rather tell you this than have you find it.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298448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Scoping a run is the first thing we build next.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240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5 of 250 holders are not ready, the batch refuses for all 250. A paying agent needs to settle the 245 today and carry the 5 into a second run.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batch stays all-or-nothing; its membership becomes a decision, not an accident.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 supports it. The workflow, and the audit trail that says why five were held back, are not written.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49300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52044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onboarding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holders sign through a real client, not a script.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400507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4032504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scheduled agent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today a person presses the button; in production a daemon watches payment dates.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5171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544568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cash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production run settles Canton Coin or a registry's own token. The model never names the asset, so this is a field and one registry adapter, not a rewrite.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52303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525780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DevNet run proves the path; MainNet is a deployment decision, not a code change. We run validator infrastructure, and it is the first thing after submission.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buyer is the independent debt paying agent and the corporate trustee, first.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36676" y="262432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7572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firms worldwide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independent debt paying agents, corporate trustees, and the issuer-services arms of custodian banks. Small, named, and each running thousands of events a year.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375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3649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 and redemptions are the same engine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same run, a different event type.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849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87705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against registers that already exist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bond is not tokenized; only the cash is a Token Standard V2 asset.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3616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389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 contribution in its own right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first published figures for CIP-112 batch settlement, going to the Canton forum whatever happens here.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transaction. Every holder paid at the same instant, or nobody.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holder sees another.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70832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80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1220652e…f466b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 cd judge &amp;&amp; docker compose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 ·   APACHE-2.0   ·   CHAIN-EXPERTS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 · HackCanton Season 3</dc:title>
  <dc:subject>PptxGenJS Presentation</dc:subject>
  <dc:creator>Chain-Experts</dc:creator>
  <cp:lastModifiedBy>Chain-Experts</cp:lastModifiedBy>
  <cp:revision>1</cp:revision>
  <dcterms:created xsi:type="dcterms:W3CDTF">2026-09-29T05:22:52Z</dcterms:created>
  <dcterms:modified xsi:type="dcterms:W3CDTF">2026-09-29T05:22:52Z</dcterms:modified>
</cp:coreProperties>
</file>