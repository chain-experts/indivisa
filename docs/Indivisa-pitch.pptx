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bond pays its coupon to hundreds of holders. Today that is spreadsheets and batch files. We make it one transaction - and you can run it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distribution is N separate payments, and there is no moment at which the run is definitively finished. That is the shape of the problem, and these are the consequences - Canton Network's own post-trade research, not ours. Error rates between three and ten per cent are described there as routine.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thing that stops corporate actions moving onto a public chain. It is not that nobody thought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button. Either every holder is paid or nothing moves. Each holder's node receives its own line and nothing about anyone else. And above a threshold, no one person can release it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the organisers' own test seriously. For most ideas the honest answer is 'not much'. For this one it is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in the CIP is trading and netting, not corporate actions. We are taking a new primitive somewhere its authors did not. That is a better story than claiming we invented it, and it is the true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one is the real-world 'give the paying agent your account details'. After that every coupon lands with no action from the holder. The standard requires the receiver's authority on every leg; we collect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update id is a real transaction on Canton DevNet. We ran both halves: the refusal first, then the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you did not take our word for any of this. One command gives you the whole thing on your own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holders column: thirteen thousand legs was two hundred and fifty holders, not thirteen thousand. Nobody had published how many legs fit in a CIP-112 batch, so we measured it. One ceiling on the slide, the other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paying agents have four-eyes controls; this is a procurement requirement, not a nice-to-have. Below the threshold it is not our code being careful, it is the ledger refusing. And be straight about the independence: three nodes on one machine are three nodes on one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tell you this than have you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not an apology. These are the four things we know are missing, we know how each would be built, and we would rather name them than have a judge find them. The scoping one is the first thing a paying agent would ask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paying agents and trustees first: they carry the reconciliation cost themselves and they do not need a custodian's permission to change how they settle. The bond stays where it is, which matters commercially - the industry does not have to tokenize every instrument before any of this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transaction. Every holder paid at the same instant, or nobody. And no holder sees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Dev/ChainExperts/Indivisa/ui/public/indivis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77240"/>
            <a:ext cx="178308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10312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Indivisa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283464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FB8C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actions, settled in one atomic batch,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FB8C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exposing the register.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48640" y="373075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D3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Settled on Canton DevNet  ·  run it yourself in one command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43159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Chain-Experts  ·  HackCanton Season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distribution is N separate payments.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252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There is no moment at which the run is definitively finished.</a:t>
            </a:r>
            <a:endParaRPr lang="en-US" sz="1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8046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0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$3.42m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average annual cost of asset-servicing errors, per market participant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0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3–10%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error rates, described as routine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0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71% / &lt;40%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straight-through processing: mandatory and income events / voluntary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0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+23%</a:t>
                      </a:r>
                      <a:endParaRPr lang="en-US" sz="17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annual growth in investors' asset-servicing costs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Canton Network, Post-Trade Transformation (2025)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HAS NOT MOVED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Paying a coupon publicly publishes the register.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holder's position size becomes public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moment the coupon pays.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register is confidential by law and by commercial sensitivity.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is the reason this workflow is still manual — not inertia.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INDIVISA DOES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transaction. Every holder paid at the same instant, or nobody.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2948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7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paying agent fires one settlement</a:t>
            </a:r>
            <a:endParaRPr lang="en-US" sz="17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7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holder is paid atomically — no partial settlement to reconcile</a:t>
            </a:r>
            <a:endParaRPr lang="en-US" sz="17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7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holder sees another's payment — the register is never published</a:t>
            </a:r>
            <a:endParaRPr lang="en-US" sz="17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700" b="1" dirty="0">
                <a:solidFill>
                  <a:srgbClr val="0D7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no single signature moves the money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CANTON, PRECISELY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organisers' test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"If this product moved to a globally transparent chain tomorrow,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would stop working properly?"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Everything.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position size becomes public, and the register is published.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 Standard V2 — CIP-0112, approved 12 June 2026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Multi-leg settlement where the executor sees every leg,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each participant sees only its own.</a:t>
            </a:r>
            <a:endParaRPr lang="en-US" sz="1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80467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A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Each holder's participant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0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only its own leg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A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paying agent, as executor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0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legs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7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CIP-112 did not design this. It enabled it.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steps, and only the last one moves money.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223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Once, at onboarding — each holder signs one standing agreement with the paying agent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date — the register is snapshotted and entitlements calculated, rounded so the parts sum to the total exactly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payment — the agent sets aside the cash and prepares one allocation per holder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date — one SettlementFactory_SettleBatch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Holders authorise once, at onboarding. Never per coupon.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RUNS ON THE REAL NETWORK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Canton DevNet, 24 September 2026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holders paid in one transaction  ·  8,421.88 USD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solidFill>
            <a:srgbClr val="DCEFE6"/>
          </a:solidFill>
          <a:ln w="12700">
            <a:solidFill>
              <a:srgbClr val="0F7A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116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7A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1220652e2e4d32822c39d2ad72088e163eed04718ad1108998001b01aa3483ff466b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deliberate failure was refused first: one holder not ready, nobody paid.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record: docs/devnet-run.md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WORKING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it yourself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8046720" cy="621792"/>
          </a:xfrm>
          <a:prstGeom prst="rect">
            <a:avLst/>
          </a:prstGeom>
          <a:solidFill>
            <a:srgbClr val="101B2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3D3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judge &amp;&amp; docker compose up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2491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five-participant Canton network, the real contracts, twenty holders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holder deliberately left out. Press the button: refused, and the ledger names them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it, press again: settled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to install but Docker. No account anywhere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FAR IT GOES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Measured, not estimated.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45920"/>
                <a:gridCol w="1691640"/>
                <a:gridCol w="16916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A6B7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Legs in one transaction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A6B7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Holders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A6B7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A6B7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Size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1.6 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440 KB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11.1 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1.67 MB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7A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13,000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7A5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7A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10.4 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7A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1.52 MB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063240"/>
            <a:ext cx="8046720" cy="566928"/>
          </a:xfrm>
          <a:prstGeom prst="rect">
            <a:avLst/>
          </a:prstGeom>
          <a:solidFill>
            <a:srgbClr val="DCEFE6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30632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thousand holders: days of reconciliation become 11.1 seconds, and it is final.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realistic run — one payment per holder — reaches Canton's 10 MB transaction budget near 6,400 holders.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42245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Method, the second ceiling, and where each figure comes from: docs/benchmark.md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ONE SIGNATURE IS NOT ENOUGH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institutional systems, four-eyes authorisation is a requirement, not a feature.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 can name an approver: a decentralised party, through BitSafe's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Decentralization Manager. One optional field; the product is unchanged without 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749040" cy="548640"/>
          </a:xfrm>
          <a:prstGeom prst="rect">
            <a:avLst/>
          </a:prstGeom>
          <a:solidFill>
            <a:srgbClr val="FAE6E6"/>
          </a:solidFill>
          <a:ln w="12700">
            <a:solidFill>
              <a:srgbClr val="A5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approval  →  the ledger refuses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0" y="2377440"/>
            <a:ext cx="3749040" cy="548640"/>
          </a:xfrm>
          <a:prstGeom prst="rect">
            <a:avLst/>
          </a:prstGeom>
          <a:solidFill>
            <a:srgbClr val="DCEFE6"/>
          </a:solidFill>
          <a:ln w="12700">
            <a:solidFill>
              <a:srgbClr val="0F7A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of three  →  settles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threshold is enforced by the ledger, not by our code.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demo all three approver nodes are ours, so the threshold is real and the independence is not. On DevNet the second node is BitSafe's — that is the version that counts, and slide 13 says where it stands.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 ARE NOT CLAIMING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Real, simulated, planned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F7A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ledger, the contracts, the settlement, the refusal, the privacy, every number on screen, the DevNet update id, the governance engine and its threshold.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A6A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Simulated 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cash is TestTokenV2, the standard's own reference asset, not Canton Coin. Holders and positions are generated. Three approver nodes on one machine are not three independent operators.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A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attempted 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corporate-action announcement data. Chainlink, with DTCC and Swift, is attacking that layer. We do the payment layer.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KNOWN, DESIGNED, NOT YET BUILT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did not build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74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7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 a run.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5 of 250 holders are not ready, the batch refuses for all 250. A paying agent needs to settle the 245 today and carry the 5 to a second run. The model supports it — the schedule is a list and the run is built from it — but the workflow, and the audit trail that says why five were held back, are not written.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046720" cy="2171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3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onboarding — holders sign the standing agreement through a real client, not a script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3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scheduled agent — today a person presses the button; in production a daemon watches payment dates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3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cash — TestTokenV2 is the standard's reference asset; a production run settles Canton Coin or a registry's own token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F7A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D7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becomes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solidFill>
            <a:srgbClr val="E2F0F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7160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7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buyer is the independent debt paying agent and the corporate trustee, first.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8046720" cy="2628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4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Dividends and redemptions are the same engine — the same run, a different event type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400" b="1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against registers that already exist. The bond is not tokenized; only the cash is a Token Standard V2 asset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—"/>
            </a:pPr>
            <a:r>
              <a:rPr lang="en-US" sz="1400" dirty="0">
                <a:solidFill>
                  <a:srgbClr val="10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benchmark is a contribution in its own right — the first published figures for CIP-112 batch settlement, going to the Canton forum regardless of how this hackathon goes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Dev/ChainExperts/Indivisa/ui/public/indivis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22960"/>
            <a:ext cx="164592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Indivisa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8C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actions, settled in one atomic batch, without exposing the register.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3D3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·  1220652e…f466b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3D3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yourself:  cd judge &amp;&amp; docker compose up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github.com/Chain-Experts/Indivisa  ·  Apache-2.0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Indivisa</dc:title>
  <dc:subject>Corporate actions, settled in one atomic batch, without exposing the register.</dc:subject>
  <dc:creator>Chain-Experts</dc:creator>
  <cp:lastModifiedBy>Chain-Experts</cp:lastModifiedBy>
  <cp:revision>1</cp:revision>
  <dcterms:created xsi:type="dcterms:W3CDTF">2026-09-24T21:35:56Z</dcterms:created>
  <dcterms:modified xsi:type="dcterms:W3CDTF">2026-09-24T21:35:56Z</dcterms:modified>
</cp:coreProperties>
</file>